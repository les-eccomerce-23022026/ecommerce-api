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4C3A"/>
          </a:solidFill>
          <a:ln>
            <a:solidFill>
              <a:srgbClr val="0F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00BC9C"/>
          </a:solidFill>
          <a:ln>
            <a:solidFill>
              <a:srgbClr val="00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0F4C3A"/>
                </a:solidFill>
              </a:defRPr>
            </a:pPr>
            <a:r>
              <a:t>Obrigado!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212529"/>
                </a:solidFill>
              </a:defRPr>
            </a:pPr>
            <a:r>
              <a:t>Vinicius Franco Silva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6C757D"/>
                </a:solidFill>
              </a:defRPr>
            </a:pPr>
            <a:r>
              <a:t>Laboratório de Engenharia de Software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</a:defRPr>
            </a:pPr>
            <a:r>
              <a:t>🔗  github.com/les-eccomerce-23022026/web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</a:defRPr>
            </a:pPr>
            <a:r>
              <a:t>🔗  github.com/les-eccomerce-23022026/backend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C757D"/>
                </a:solidFill>
              </a:defRPr>
            </a:pPr>
            <a:r>
              <a:t>40/40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